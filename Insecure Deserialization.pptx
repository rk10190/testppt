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777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50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41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76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74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42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88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78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47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02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2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876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680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563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774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278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32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26DF79-C7ED-4D92-B16F-8450F495BE42}" type="datetimeFigureOut">
              <a:rPr lang="en-US" smtClean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6BE532-BC46-44CB-AB48-15CA663C19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18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4892" y="731520"/>
            <a:ext cx="10333483" cy="95477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lgerian" panose="04020705040A02060702" pitchFamily="82" charset="0"/>
              </a:rPr>
              <a:t>Insecure Deserialization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96251" y="4284617"/>
            <a:ext cx="2312124" cy="1005840"/>
          </a:xfrm>
        </p:spPr>
        <p:txBody>
          <a:bodyPr>
            <a:normAutofit lnSpcReduction="10000"/>
          </a:bodyPr>
          <a:lstStyle/>
          <a:p>
            <a:endParaRPr lang="en-US" sz="2000" dirty="0" smtClean="0"/>
          </a:p>
          <a:p>
            <a:pPr>
              <a:lnSpc>
                <a:spcPct val="16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By : Rohit Kumar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485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3599" y="729679"/>
            <a:ext cx="7958331" cy="1077229"/>
          </a:xfrm>
        </p:spPr>
        <p:txBody>
          <a:bodyPr/>
          <a:lstStyle/>
          <a:p>
            <a:pPr algn="l"/>
            <a:r>
              <a:rPr lang="en-US" dirty="0" smtClean="0">
                <a:latin typeface="Algerian" panose="04020705040A02060702" pitchFamily="82" charset="0"/>
              </a:rPr>
              <a:t>Index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3599" y="1268293"/>
            <a:ext cx="7796540" cy="3997828"/>
          </a:xfrm>
        </p:spPr>
        <p:txBody>
          <a:bodyPr/>
          <a:lstStyle/>
          <a:p>
            <a:r>
              <a:rPr lang="en-US" dirty="0" smtClean="0"/>
              <a:t>Serialization &amp; Deserialization</a:t>
            </a:r>
          </a:p>
          <a:p>
            <a:r>
              <a:rPr lang="en-US" dirty="0" smtClean="0"/>
              <a:t>Insecure Deserialization</a:t>
            </a:r>
          </a:p>
          <a:p>
            <a:r>
              <a:rPr lang="en-US" dirty="0" smtClean="0"/>
              <a:t>application vulnerability</a:t>
            </a:r>
            <a:endParaRPr lang="en-US" dirty="0" smtClean="0"/>
          </a:p>
          <a:p>
            <a:r>
              <a:rPr lang="en-US" dirty="0" smtClean="0"/>
              <a:t>Impact</a:t>
            </a:r>
            <a:endParaRPr lang="en-US" dirty="0"/>
          </a:p>
          <a:p>
            <a:r>
              <a:rPr lang="en-US" dirty="0" smtClean="0"/>
              <a:t>Prevention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359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600" y="181971"/>
            <a:ext cx="10018713" cy="1752599"/>
          </a:xfrm>
        </p:spPr>
        <p:txBody>
          <a:bodyPr/>
          <a:lstStyle/>
          <a:p>
            <a:pPr algn="l"/>
            <a:r>
              <a:rPr lang="en-US" b="1" i="1" dirty="0" smtClean="0"/>
              <a:t>Serialization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6600" y="1215412"/>
            <a:ext cx="10515600" cy="17535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Serialization is the process of turning some object into a data format that can be restored later.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76600" y="23021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dirty="0" smtClean="0"/>
              <a:t>Deserialization</a:t>
            </a:r>
            <a:endParaRPr lang="en-US" sz="4000" b="1" i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76600" y="3336562"/>
            <a:ext cx="10515600" cy="1753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/>
              <a:t>Deserialization is the reverse of that process, taking data structured from some format, and rebuilding it into an object.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476600" y="4514340"/>
            <a:ext cx="106571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Roboto"/>
              </a:rPr>
              <a:t>M</a:t>
            </a:r>
            <a:r>
              <a:rPr lang="en-US" sz="2000" b="0" i="0" dirty="0" smtClean="0">
                <a:effectLst/>
                <a:latin typeface="Roboto"/>
              </a:rPr>
              <a:t>ost popular data format for serializing data is JSON. Before that, it was XML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66905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1" dirty="0" smtClean="0"/>
              <a:t>Insecure Deserialization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2069511"/>
            <a:ext cx="10515600" cy="218898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Insecure Deserialization is a vulnerability which occurs when untrusted data is used to abuse the logic of an application, inflict a denial of service (</a:t>
            </a:r>
            <a:r>
              <a:rPr lang="en-US" dirty="0"/>
              <a:t>DoS</a:t>
            </a:r>
            <a:r>
              <a:rPr lang="en-US" dirty="0"/>
              <a:t>) attack, or even execute arbitrary code upon it being </a:t>
            </a:r>
            <a:r>
              <a:rPr lang="en-US" b="1" dirty="0"/>
              <a:t>deserialized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095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1877" y="672737"/>
            <a:ext cx="10018713" cy="1752599"/>
          </a:xfrm>
        </p:spPr>
        <p:txBody>
          <a:bodyPr/>
          <a:lstStyle/>
          <a:p>
            <a:pPr algn="l"/>
            <a:r>
              <a:rPr lang="en-US" b="1" i="1" dirty="0"/>
              <a:t>A</a:t>
            </a:r>
            <a:r>
              <a:rPr lang="en-US" b="1" i="1" dirty="0" smtClean="0"/>
              <a:t>pplication vulnerability</a:t>
            </a:r>
            <a:endParaRPr lang="en-US" b="1" i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Deserialization </a:t>
            </a:r>
            <a:r>
              <a:rPr lang="en-US" dirty="0"/>
              <a:t>typically arises because there is a general lack of understanding of how dangerous deserializing user-controllable data can be. Ideally, user input should never be deserialized at all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Vulnerabilities may also arise because deserialized objects are often assumed to be trustworthy. Especially when using languages with a binary serialization </a:t>
            </a:r>
            <a:r>
              <a:rPr lang="en-US" dirty="0" smtClean="0"/>
              <a:t>format.</a:t>
            </a:r>
          </a:p>
          <a:p>
            <a:endParaRPr lang="en-US" dirty="0"/>
          </a:p>
          <a:p>
            <a:r>
              <a:rPr lang="en-US" dirty="0"/>
              <a:t>Deserialization-based attacks are also made possible due to the number of dependencies that exist in modern websites.</a:t>
            </a:r>
          </a:p>
        </p:txBody>
      </p:sp>
    </p:spTree>
    <p:extLst>
      <p:ext uri="{BB962C8B-B14F-4D97-AF65-F5344CB8AC3E}">
        <p14:creationId xmlns:p14="http://schemas.microsoft.com/office/powerpoint/2010/main" val="19089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1" dirty="0" smtClean="0"/>
              <a:t>Impact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452154"/>
            <a:ext cx="10018713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 impact of insecure deserialization can be very severe because it provides an entry point to a massively increased attack surface. It allows an attacker to reuse existing application code in harmful ways, resulting in numerous other vulnerabilities, often remote code execution.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728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1" dirty="0" smtClean="0"/>
              <a:t>Prevention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959428"/>
            <a:ext cx="10707690" cy="44413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 smtClean="0"/>
              <a:t>Deserialization </a:t>
            </a:r>
            <a:r>
              <a:rPr lang="en-US" sz="2200" dirty="0"/>
              <a:t>of user input should be avoided unless absolutely necessary. </a:t>
            </a:r>
            <a:endParaRPr lang="en-US" sz="2200" dirty="0" smtClean="0"/>
          </a:p>
          <a:p>
            <a:pPr>
              <a:lnSpc>
                <a:spcPct val="150000"/>
              </a:lnSpc>
            </a:pPr>
            <a:r>
              <a:rPr lang="en-US" sz="2200" dirty="0" smtClean="0"/>
              <a:t>To </a:t>
            </a:r>
            <a:r>
              <a:rPr lang="en-US" sz="2200" dirty="0"/>
              <a:t>deserialize data from untrusted sources, incorporate robust measures to make sure that the data has not been tampered with</a:t>
            </a:r>
            <a:r>
              <a:rPr lang="en-US" sz="22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200" dirty="0" smtClean="0"/>
              <a:t>Create </a:t>
            </a:r>
            <a:r>
              <a:rPr lang="en-US" sz="2200" dirty="0"/>
              <a:t>your own class-specific serialization </a:t>
            </a:r>
            <a:r>
              <a:rPr lang="en-US" sz="2200" dirty="0" smtClean="0"/>
              <a:t>methods.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 </a:t>
            </a:r>
            <a:r>
              <a:rPr lang="en-US" sz="2200" dirty="0" smtClean="0"/>
              <a:t>Implement </a:t>
            </a:r>
            <a:r>
              <a:rPr lang="en-US" sz="2200" dirty="0"/>
              <a:t>a digital </a:t>
            </a:r>
            <a:r>
              <a:rPr lang="en-US" sz="2200" dirty="0" smtClean="0"/>
              <a:t>signature or hashed keys </a:t>
            </a:r>
            <a:r>
              <a:rPr lang="en-US" sz="2200" dirty="0"/>
              <a:t>to </a:t>
            </a:r>
            <a:r>
              <a:rPr lang="en-US" sz="2200" dirty="0" smtClean="0"/>
              <a:t>validate </a:t>
            </a:r>
            <a:r>
              <a:rPr lang="en-US" sz="2200" dirty="0"/>
              <a:t>the integrity of the data.</a:t>
            </a:r>
            <a:endParaRPr lang="en-US" sz="2200" dirty="0" smtClean="0"/>
          </a:p>
          <a:p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94263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53802" y="2967335"/>
            <a:ext cx="388439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Thanks !</a:t>
            </a:r>
            <a:endParaRPr lang="en-US" sz="6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312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49</TotalTime>
  <Words>299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Arial</vt:lpstr>
      <vt:lpstr>Corbel</vt:lpstr>
      <vt:lpstr>Roboto</vt:lpstr>
      <vt:lpstr>Parallax</vt:lpstr>
      <vt:lpstr>Insecure Deserialization</vt:lpstr>
      <vt:lpstr>Index</vt:lpstr>
      <vt:lpstr>Serialization</vt:lpstr>
      <vt:lpstr>Insecure Deserialization</vt:lpstr>
      <vt:lpstr>Application vulnerability</vt:lpstr>
      <vt:lpstr>Impact</vt:lpstr>
      <vt:lpstr>Prevention</vt:lpstr>
      <vt:lpstr>PowerPoint Presentation</vt:lpstr>
    </vt:vector>
  </TitlesOfParts>
  <Company>HCL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Insecure Deserialization</dc:title>
  <dc:creator>Rahul Kumar</dc:creator>
  <cp:lastModifiedBy>Rahul Kumar</cp:lastModifiedBy>
  <cp:revision>9</cp:revision>
  <dcterms:created xsi:type="dcterms:W3CDTF">2021-05-29T10:18:33Z</dcterms:created>
  <dcterms:modified xsi:type="dcterms:W3CDTF">2021-05-29T11:08:02Z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319f04e8-a841-4196-8df6-7cd2f320c0d8</vt:lpwstr>
  </property>
  <property fmtid="{D5CDD505-2E9C-101B-9397-08002B2CF9AE}" pid="3" name="HCLClassification">
    <vt:lpwstr>HCL_Cla5s_P3rs0nalUs3</vt:lpwstr>
  </property>
</Properties>
</file>